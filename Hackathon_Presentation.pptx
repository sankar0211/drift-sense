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Drift-Sense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Robust Multi-Scale Image Localization for Semiconductor Manufacturing</a:t>
            </a:r>
          </a:p>
          <a:p/>
          <a:p>
            <a:r>
              <a:t>Hackathon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Resolving Thermal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During SEM imaging, physical stage movement suffers from nanoscale thermal drift.</a:t>
            </a:r>
          </a:p>
          <a:p>
            <a:pPr lvl="1"/>
            <a:r>
              <a:t>Inputs:</a:t>
            </a:r>
          </a:p>
          <a:p>
            <a:pPr lvl="2"/>
            <a:r>
              <a:t>Reference Template: Captured at 100x zoom (1 nm/pixel).</a:t>
            </a:r>
          </a:p>
          <a:p>
            <a:pPr lvl="2"/>
            <a:r>
              <a:t>Wide-Search Image: Captured at 10x zoom (10 nm/pixel).</a:t>
            </a:r>
          </a:p>
          <a:p>
            <a:pPr lvl="1"/>
            <a:r>
              <a:t>Goal: Accurately localize the high-magnification reference region inside the lower-magnification search image to correct for drift offsets.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Multi-Scale NCC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developed a robust localization pipeline using Normalized Cross-Correlation (NCC).</a:t>
            </a:r>
          </a:p>
          <a:p>
            <a:pPr lvl="1"/>
            <a:r>
              <a:t>Scale Alignment: Anti-aliased downsampling of the 100x template to match the 10x spatial frequency of the search image.</a:t>
            </a:r>
          </a:p>
          <a:p>
            <a:pPr lvl="1"/>
            <a:r>
              <a:t>Template Matching: Sliding-window NCC applied via Fast Fourier Transforms (OpenCV matchTemplate) for O(N log N) performance.</a:t>
            </a:r>
          </a:p>
          <a:p>
            <a:pPr lvl="1"/>
            <a:r>
              <a:t>Sub-pixel Refinement: Dynamic thresholding and Vectorized Non-Maximum Suppression (NMS) to eliminate overlapping bounding boxes and optimize 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Feature: Tie-Breaker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Highly repetitive structures (like DRAM or FinFET arrays) generate thousands of mathematically identical matches.</a:t>
            </a:r>
          </a:p>
          <a:p>
            <a:pPr lvl="1"/>
            <a:r>
              <a:t>Physical Translation Slop: If multiple locations have identical NCC scores (difference &lt; 2%), they are indistinguishable visually.</a:t>
            </a:r>
          </a:p>
          <a:p>
            <a:pPr lvl="1"/>
            <a:r>
              <a:t>Solution: We integrated a Center-Proximity Tie-Breaker algorithm.</a:t>
            </a:r>
          </a:p>
          <a:p>
            <a:pPr lvl="2"/>
            <a:r>
              <a:t>The initial physical stage translation always aims for the center. Our algorithm dynamically breaks repeating-pattern ties by favoring the mathematically perfect match closest to the true geometric center of the search area.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Step 1: Input Analysis</a:t>
            </a:r>
          </a:p>
        </p:txBody>
      </p:sp>
      <p:pic>
        <p:nvPicPr>
          <p:cNvPr id="3" name="Picture 2" descr="pl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62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Step 2: Predicted Localization</a:t>
            </a:r>
          </a:p>
        </p:txBody>
      </p:sp>
      <p:pic>
        <p:nvPicPr>
          <p:cNvPr id="3" name="Picture 2" descr="pl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97007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Demonstration Metrics (from live run):</a:t>
            </a:r>
          </a:p>
          <a:p>
            <a:pPr lvl="1"/>
            <a:r>
              <a:t>Confidence Score: 0.816 (Extremely high structural match)</a:t>
            </a:r>
          </a:p>
          <a:p>
            <a:pPr lvl="1"/>
            <a:r>
              <a:t>Computation Time: 15.631 seconds for 1,000,000 pixels</a:t>
            </a:r>
          </a:p>
          <a:p>
            <a:pPr lvl="1"/>
            <a:r>
              <a:t>Center-Proximity Tie-Breaker overriding random drift to resolve to the true geometric center of the repeating DRAM array.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